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Transitea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2286000"/>
            <a:ext cx="36576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23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et suivi de colis pour l'Afrique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- Avril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3657600"/>
            <a:ext cx="1463040" cy="14630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5272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70432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traçabilité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colis transitent sans suivi ni historique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35000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67712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instable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peu fiable en RDC rend les apps inutilisables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44728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64992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notification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destinataires ne savent jamais où est leur colis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tracking unique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TRA-2026-XXXXXX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3192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3931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Offline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166420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internet,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automatique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3931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6758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pour accès instantané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suivi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93192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3017520"/>
            <a:ext cx="3931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92040" y="36758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destinataire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3.4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QR Codes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 + Lombok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411480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(en cours)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+ TypeScript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Offline-First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 (IndexedDB)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Workbox Service Worker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- Ce qui fonctionne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4241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/ refresh token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276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Colis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tracking unique auto-généré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4942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de statut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statuts métier sécurisés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7121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QR Code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300x300 à la volée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9300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au destinataire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tests unitaires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échec - Mockito pur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188720"/>
            <a:ext cx="1920240" cy="228600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132588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94944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démonstration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515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0332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03327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/v1/auth/register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0332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transporteur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7190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1907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/v1/auth/login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7190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le JWT Bearer token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4231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4048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240487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/v1/colis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4048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 colis, code TRA-2026-XXXXXX généré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0906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309067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/v1/colis/{id}/qrcode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0906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le QR code PNG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7947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7764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3776472"/>
            <a:ext cx="2743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/v1/colis/{id}/statut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7764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vers PRIS_EN_CHARGE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4480560"/>
            <a:ext cx="411480" cy="4114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4462272"/>
            <a:ext cx="1188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446227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email automatique envoyée au destinataire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d'un colis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914400"/>
            <a:ext cx="109728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65960" y="125730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914400"/>
            <a:ext cx="109728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27832" y="125730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914400"/>
            <a:ext cx="109728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9704" y="125730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914400"/>
            <a:ext cx="109728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51576" y="125730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16168" y="914400"/>
            <a:ext cx="109728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13448" y="125730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914400"/>
            <a:ext cx="109728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914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79192" y="160020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11680"/>
            <a:ext cx="105156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11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2295144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2011680"/>
            <a:ext cx="146304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EXPEDITEUR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41064" y="160020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011680"/>
            <a:ext cx="10972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011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DOUANE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295144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011680"/>
            <a:ext cx="15544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0116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246120"/>
            <a:ext cx="22860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227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principal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0" y="3246120"/>
            <a:ext cx="22860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3227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23360" y="3246120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3227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3246120"/>
            <a:ext cx="2286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227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douanières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3246120"/>
            <a:ext cx="228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322783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Qualité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188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1h + Refresh 7j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rotation automatique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188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182880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rôles : ADMIN 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TRANSPORTEUR / OPERATEUR / PUBLIC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jamais supprimées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définitivement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92040" y="384048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tests unitaires Mockito,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Spring context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07008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1247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public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112471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/v1/tracking/{code} sans authentification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167128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0848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offline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208483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Upload/download batch bidirectionnel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127248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0449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planifiés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30449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email quotidien à 18h00 (Quartz)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4087368"/>
            <a:ext cx="438912" cy="43891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0050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Vue.js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23360" y="40050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avec mode offline et scan QR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2743200" y="2148840"/>
            <a:ext cx="36576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Jean-Paul Lalande - Architecte FullStack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: Louange Lumbu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-365760" y="34747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-182880"/>
            <a:ext cx="1463040" cy="14630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Transitea MVP</dc:title>
  <dc:subject>PptxGenJS Presentation</dc:subject>
  <dc:creator>Jean-Paul Lalande</dc:creator>
  <cp:lastModifiedBy>Jean-Paul Lalande</cp:lastModifiedBy>
  <cp:revision>1</cp:revision>
  <dcterms:created xsi:type="dcterms:W3CDTF">2026-04-07T05:30:55Z</dcterms:created>
  <dcterms:modified xsi:type="dcterms:W3CDTF">2026-04-07T05:30:55Z</dcterms:modified>
</cp:coreProperties>
</file>